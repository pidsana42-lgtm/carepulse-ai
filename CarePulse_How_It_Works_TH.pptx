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frontend/lib/api.ts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frontend/lib/types.ts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backend/app/services/ocr_document.py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backend/app/services/eligibility_engine.py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backend/app/services/cost_engine.py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backend/app/services/rag_service.py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backend/app/services/llm_service.py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backend/app/services/eligibility_engine.py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backend/app/services/cost_engine.py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backend/app/services/ocr_document.py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backend/app/services/rag_service.py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backend/app/services/llm_service.py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backend/app/services/pdpa_masking.py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docker-compose.yml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backend/app/main.py</a:t>
            </a:r>
          </a:p>
          <a:p>
            <a:pPr lvl="0" indent="0" marL="0">
              <a:buNone/>
            </a:pPr>
          </a:p>
          <a:p>
            <a:pPr lvl="0"/>
            <a:r>
              <a:rPr/>
              <a:t>springboot-service/pom.xml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backend/app/services/pdpa_masking.py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backend/app/services/eligibility_engine.py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backend/app/services/eligibility_engine.py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backend/app/services/cost_engine.py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backend/app/services/rag_service.py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2026-08-30T06:50:24Z</dcterms:created>
  <dcterms:modified xsi:type="dcterms:W3CDTF">2026-08-30T06:50:24Z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